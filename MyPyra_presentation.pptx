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7" r:id="rId5"/>
    <p:sldId id="260" r:id="rId6"/>
    <p:sldId id="261" r:id="rId7"/>
    <p:sldId id="263" r:id="rId8"/>
    <p:sldId id="264" r:id="rId9"/>
    <p:sldId id="266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0E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5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272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0FB97-7711-FB92-B70D-35EF14C1B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53A5D3-7E61-982F-92E7-91AFB12C8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05081-5595-5727-9610-9A3057514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68E27-CBA4-A942-8D5E-794073A245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2355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17320" y="1897380"/>
            <a:ext cx="6309360" cy="3246120"/>
          </a:xfrm>
          <a:prstGeom prst="triangle">
            <a:avLst/>
          </a:prstGeom>
          <a:solidFill>
            <a:srgbClr val="8B5CF6">
              <a:alpha val="5000"/>
            </a:srgbClr>
          </a:solidFill>
          <a:ln w="9525">
            <a:solidFill>
              <a:srgbClr val="C4B5FD">
                <a:alpha val="1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965960" y="2354580"/>
            <a:ext cx="5212080" cy="2788920"/>
          </a:xfrm>
          <a:prstGeom prst="triangle">
            <a:avLst/>
          </a:prstGeom>
          <a:solidFill>
            <a:srgbClr val="8B5CF6">
              <a:alpha val="8000"/>
            </a:srgbClr>
          </a:solidFill>
          <a:ln w="9525">
            <a:solidFill>
              <a:srgbClr val="C4B5FD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06040" y="2903220"/>
            <a:ext cx="3931920" cy="2240280"/>
          </a:xfrm>
          <a:prstGeom prst="triangle">
            <a:avLst/>
          </a:prstGeom>
          <a:solidFill>
            <a:srgbClr val="8B5CF6">
              <a:alpha val="12000"/>
            </a:srgbClr>
          </a:solidFill>
          <a:ln w="9525">
            <a:solidFill>
              <a:srgbClr val="C4B5FD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1943100"/>
            <a:ext cx="0" cy="3200400"/>
          </a:xfrm>
          <a:prstGeom prst="line">
            <a:avLst/>
          </a:prstGeom>
          <a:noFill/>
          <a:ln w="6350">
            <a:solidFill>
              <a:srgbClr val="C4B5FD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0" y="1943100"/>
            <a:ext cx="0" cy="3200400"/>
          </a:xfrm>
          <a:prstGeom prst="line">
            <a:avLst/>
          </a:prstGeom>
          <a:noFill/>
          <a:ln w="6350">
            <a:solidFill>
              <a:srgbClr val="C4B5FD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1943100"/>
            <a:ext cx="0" cy="3200400"/>
          </a:xfrm>
          <a:prstGeom prst="line">
            <a:avLst/>
          </a:prstGeom>
          <a:noFill/>
          <a:ln w="6350">
            <a:solidFill>
              <a:srgbClr val="C4B5FD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1943100"/>
            <a:ext cx="0" cy="3200400"/>
          </a:xfrm>
          <a:prstGeom prst="line">
            <a:avLst/>
          </a:prstGeom>
          <a:noFill/>
          <a:ln w="6350">
            <a:solidFill>
              <a:srgbClr val="C4B5FD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1943100"/>
            <a:ext cx="0" cy="3200400"/>
          </a:xfrm>
          <a:prstGeom prst="line">
            <a:avLst/>
          </a:prstGeom>
          <a:noFill/>
          <a:ln w="6350">
            <a:solidFill>
              <a:srgbClr val="C4B5FD">
                <a:alpha val="1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46888"/>
            <a:ext cx="146304" cy="131674"/>
          </a:xfrm>
          <a:prstGeom prst="triangle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MyPyra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MyPyra — Pyramid Event Operating System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5895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370832" y="713232"/>
            <a:ext cx="420624" cy="378562"/>
          </a:xfrm>
          <a:prstGeom prst="triangle">
            <a:avLst/>
          </a:prstGeom>
          <a:solidFill>
            <a:srgbClr val="8B5CF6"/>
          </a:solidFill>
          <a:ln/>
        </p:spPr>
      </p:sp>
      <p:sp>
        <p:nvSpPr>
          <p:cNvPr id="15" name="Shape 13"/>
          <p:cNvSpPr/>
          <p:nvPr/>
        </p:nvSpPr>
        <p:spPr>
          <a:xfrm>
            <a:off x="4370832" y="713232"/>
            <a:ext cx="420624" cy="374904"/>
          </a:xfrm>
          <a:prstGeom prst="triangle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141732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MyPyra</a:t>
            </a:r>
            <a:endParaRPr lang="en-US" sz="6200" dirty="0"/>
          </a:p>
        </p:txBody>
      </p:sp>
      <p:sp>
        <p:nvSpPr>
          <p:cNvPr id="17" name="Text 15"/>
          <p:cNvSpPr/>
          <p:nvPr/>
        </p:nvSpPr>
        <p:spPr>
          <a:xfrm>
            <a:off x="0" y="239572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3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FOR MODERN EVENTS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9077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Platformë e unifikuar për planifikimin, asetet dhe operacionet e eventeve live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" y="3703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767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Planifikim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40280" y="3703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767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Asete &amp; RFID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794760" y="3703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767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49240" y="3703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767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 Live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03720" y="3703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kern="0" spc="100" dirty="0">
                <a:solidFill>
                  <a:srgbClr val="767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Analitikë</a:t>
            </a:r>
            <a:endParaRPr lang="en-US" sz="95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8FF9233-7756-1637-4066-C92622B3A008}"/>
              </a:ext>
            </a:extLst>
          </p:cNvPr>
          <p:cNvSpPr txBox="1"/>
          <p:nvPr/>
        </p:nvSpPr>
        <p:spPr>
          <a:xfrm>
            <a:off x="3746182" y="4557637"/>
            <a:ext cx="420909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JunctionX</a:t>
            </a:r>
            <a:r>
              <a:rPr lang="en-US" sz="12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Tirana 2026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409FE4-0760-C970-4587-B92E365311FE}"/>
              </a:ext>
            </a:extLst>
          </p:cNvPr>
          <p:cNvSpPr txBox="1"/>
          <p:nvPr/>
        </p:nvSpPr>
        <p:spPr>
          <a:xfrm>
            <a:off x="3973354" y="4144625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NovaX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9560" y="4160520"/>
            <a:ext cx="2377440" cy="2139696"/>
          </a:xfrm>
          <a:prstGeom prst="triangl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366760" y="4434840"/>
            <a:ext cx="1554480" cy="1399032"/>
          </a:xfrm>
          <a:prstGeom prst="triangle">
            <a:avLst/>
          </a:prstGeom>
          <a:ln w="12700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46888"/>
            <a:ext cx="146304" cy="131674"/>
          </a:xfrm>
          <a:prstGeom prst="triangl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MyPyra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182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MyPyra — Pyramid Event Operating System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895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Eventet ende menaxhohen me mjete</a:t>
            </a:r>
            <a:endParaRPr lang="en-US" sz="2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të shpërndara dhe jo të lidhura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1710214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Organizatorët humbasin orë të çmuara duke bashkuar sisteme që nuk flasin me njëri-tjetrin — dhe rrezikun e marrin live, gjatë vetë eventit.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3931920" cy="1143000"/>
          </a:xfrm>
          <a:prstGeom prst="roundRect">
            <a:avLst>
              <a:gd name="adj" fmla="val 7200"/>
            </a:avLst>
          </a:prstGeom>
          <a:solidFill>
            <a:srgbClr val="131A3D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404872"/>
            <a:ext cx="402336" cy="402336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711" y="2513503"/>
            <a:ext cx="185075" cy="18507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88720" y="23682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Sisteme të shkëputura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188720" y="2642616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Excel, WhatsApp, letra dhe email përdoren paralelisht, pa një burim të vetëm të së vërtetës.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54880" y="2240280"/>
            <a:ext cx="3931920" cy="1143000"/>
          </a:xfrm>
          <a:prstGeom prst="roundRect">
            <a:avLst>
              <a:gd name="adj" fmla="val 7200"/>
            </a:avLst>
          </a:prstGeom>
          <a:solidFill>
            <a:srgbClr val="131A3D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937760" y="2404872"/>
            <a:ext cx="402336" cy="402336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391" y="2513503"/>
            <a:ext cx="185075" cy="18507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86400" y="23682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 vizibilitet në kohë reale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5486400" y="2642616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Menaxhmenti nuk e di ku ndodhen stafi apo pajisjet gjatë zhvillimit të eventit.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57200" y="3584448"/>
            <a:ext cx="3931920" cy="1143000"/>
          </a:xfrm>
          <a:prstGeom prst="roundRect">
            <a:avLst>
              <a:gd name="adj" fmla="val 7200"/>
            </a:avLst>
          </a:prstGeom>
          <a:solidFill>
            <a:srgbClr val="131A3D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40080" y="3749040"/>
            <a:ext cx="402336" cy="402336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711" y="3857671"/>
            <a:ext cx="185075" cy="18507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188720" y="37124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Asete që humbasin</a:t>
            </a:r>
            <a:endParaRPr lang="en-US" sz="1350" dirty="0"/>
          </a:p>
        </p:txBody>
      </p:sp>
      <p:sp>
        <p:nvSpPr>
          <p:cNvPr id="25" name="Text 20"/>
          <p:cNvSpPr/>
          <p:nvPr/>
        </p:nvSpPr>
        <p:spPr>
          <a:xfrm>
            <a:off x="1188720" y="3986784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 ndiqet me dorë në letër, duke shkaktuar humbje dhe vonesa të kushtueshme.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754880" y="3584448"/>
            <a:ext cx="3931920" cy="1143000"/>
          </a:xfrm>
          <a:prstGeom prst="roundRect">
            <a:avLst>
              <a:gd name="adj" fmla="val 7200"/>
            </a:avLst>
          </a:prstGeom>
          <a:solidFill>
            <a:srgbClr val="131A3D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937760" y="3749040"/>
            <a:ext cx="402336" cy="402336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6391" y="3857671"/>
            <a:ext cx="185075" cy="18507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86400" y="37124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Përgjegjësi e paqartë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5486400" y="3986784"/>
            <a:ext cx="3017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 diçka shkon keq live, askush nuk e di menjëherë kush duhet të reagojë.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9560" y="4160520"/>
            <a:ext cx="2377440" cy="2139696"/>
          </a:xfrm>
          <a:prstGeom prst="triangl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366760" y="4434840"/>
            <a:ext cx="1554480" cy="1399032"/>
          </a:xfrm>
          <a:prstGeom prst="triangle">
            <a:avLst/>
          </a:prstGeom>
          <a:ln w="12700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46888"/>
            <a:ext cx="146304" cy="131674"/>
          </a:xfrm>
          <a:prstGeom prst="triangl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MyPyra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182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ZGJIDHJA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MyPyra — Pyramid Event Operating System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895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534924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4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Arial" pitchFamily="34" charset="-122"/>
                <a:cs typeface="Times New Roman" panose="02020603050405020304" pitchFamily="18" charset="0"/>
              </a:rPr>
              <a:t>MyPyra</a:t>
            </a:r>
            <a:b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2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një</a:t>
            </a: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sistem </a:t>
            </a:r>
            <a:r>
              <a:rPr lang="en-US" sz="2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vetëm</a:t>
            </a:r>
            <a:r>
              <a:rPr lang="en-US" sz="2700" dirty="0"/>
              <a:t> </a:t>
            </a:r>
            <a:r>
              <a:rPr lang="en-US" sz="2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operativ</a:t>
            </a: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për çdo event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457200" y="1755648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MyPyra bashkon planifikimin, asetet, rezervimet dhe ekipet në një platformë të vetme — nga koncepti deri tek mbyllja e eventit.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120140" y="2423160"/>
            <a:ext cx="731520" cy="73152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650" y="2620670"/>
            <a:ext cx="336499" cy="336499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" y="32918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Planifiko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94360" y="35935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Eventet, hapësirat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dhe ekipet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177540" y="2423160"/>
            <a:ext cx="731520" cy="73152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5050" y="2620670"/>
            <a:ext cx="336499" cy="33649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14600" y="32918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Gjurmo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2651760" y="35935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Asete dhe staf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në kohë reale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234940" y="2423160"/>
            <a:ext cx="731520" cy="73152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2450" y="2620670"/>
            <a:ext cx="336499" cy="33649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572000" y="32918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Opero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4709160" y="35935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Çdo detaj live,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 një ekran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292340" y="2423160"/>
            <a:ext cx="731520" cy="731520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9850" y="2620670"/>
            <a:ext cx="336499" cy="33649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629400" y="3291840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Analizo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6766560" y="35935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Performanca pas</a:t>
            </a:r>
            <a:endParaRPr lang="en-US" sz="10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çdo eventi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731520" y="4343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Nga rezervimi i sallës deri te skanimi i fundit RFID — gjithçka në një vend.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27A198-52EB-FD37-78F9-9AA12AC98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E18B20-8FB3-B417-D716-9D21E8FCF1D3}"/>
              </a:ext>
            </a:extLst>
          </p:cNvPr>
          <p:cNvSpPr/>
          <p:nvPr/>
        </p:nvSpPr>
        <p:spPr>
          <a:xfrm>
            <a:off x="7909560" y="4160520"/>
            <a:ext cx="2377440" cy="2139696"/>
          </a:xfrm>
          <a:prstGeom prst="triangl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EDE3CF1-3556-0BB9-542E-6E78B0F7E21C}"/>
              </a:ext>
            </a:extLst>
          </p:cNvPr>
          <p:cNvSpPr/>
          <p:nvPr/>
        </p:nvSpPr>
        <p:spPr>
          <a:xfrm>
            <a:off x="8366760" y="4434840"/>
            <a:ext cx="1554480" cy="1399032"/>
          </a:xfrm>
          <a:prstGeom prst="triangle">
            <a:avLst/>
          </a:prstGeom>
          <a:ln w="12700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C0A1CBA-9FF4-8D8C-F1DD-95D0021CA4F4}"/>
              </a:ext>
            </a:extLst>
          </p:cNvPr>
          <p:cNvSpPr/>
          <p:nvPr/>
        </p:nvSpPr>
        <p:spPr>
          <a:xfrm>
            <a:off x="457200" y="246888"/>
            <a:ext cx="146304" cy="131674"/>
          </a:xfrm>
          <a:prstGeom prst="triangle">
            <a:avLst/>
          </a:prstGeom>
          <a:solidFill>
            <a:srgbClr val="8B5CF6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4075E22-2C86-FB3A-074B-9F89A94C65BB}"/>
              </a:ext>
            </a:extLst>
          </p:cNvPr>
          <p:cNvSpPr/>
          <p:nvPr/>
        </p:nvSpPr>
        <p:spPr>
          <a:xfrm>
            <a:off x="676656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MyPyra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70EBC58-8F87-31AE-339A-B4E6797CAFBF}"/>
              </a:ext>
            </a:extLst>
          </p:cNvPr>
          <p:cNvSpPr/>
          <p:nvPr/>
        </p:nvSpPr>
        <p:spPr>
          <a:xfrm>
            <a:off x="4572000" y="182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</a:t>
            </a:r>
            <a:endParaRPr lang="en-US" sz="9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BBFC5C5-F99A-DFDF-79E9-1A337888229F}"/>
              </a:ext>
            </a:extLst>
          </p:cNvPr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MyPyra — Pyramid Event Operating System</a:t>
            </a:r>
            <a:endParaRPr lang="en-US" sz="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981E790-606F-D24F-4C2C-78202F92DFB9}"/>
              </a:ext>
            </a:extLst>
          </p:cNvPr>
          <p:cNvSpPr/>
          <p:nvPr/>
        </p:nvSpPr>
        <p:spPr>
          <a:xfrm>
            <a:off x="75895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8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67EB331-64FD-ED51-97D2-8A813E3EC6F4}"/>
              </a:ext>
            </a:extLst>
          </p:cNvPr>
          <p:cNvSpPr/>
          <p:nvPr/>
        </p:nvSpPr>
        <p:spPr>
          <a:xfrm>
            <a:off x="3334702" y="457200"/>
            <a:ext cx="2148840" cy="4041648"/>
          </a:xfrm>
          <a:prstGeom prst="roundRect">
            <a:avLst>
              <a:gd name="adj" fmla="val 9362"/>
            </a:avLst>
          </a:prstGeom>
          <a:solidFill>
            <a:srgbClr val="060A1E"/>
          </a:solidFill>
          <a:ln w="12700">
            <a:solidFill>
              <a:srgbClr val="2A335E"/>
            </a:solidFill>
            <a:prstDash val="solid"/>
          </a:ln>
          <a:effectLst>
            <a:outerShdw blurRad="203200" dist="762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5678974-2916-862B-F42B-AB7C6765C1C9}"/>
              </a:ext>
            </a:extLst>
          </p:cNvPr>
          <p:cNvSpPr/>
          <p:nvPr/>
        </p:nvSpPr>
        <p:spPr>
          <a:xfrm>
            <a:off x="1897380" y="653796"/>
            <a:ext cx="365760" cy="41148"/>
          </a:xfrm>
          <a:prstGeom prst="roundRect">
            <a:avLst>
              <a:gd name="adj" fmla="val 44444"/>
            </a:avLst>
          </a:prstGeom>
          <a:solidFill>
            <a:srgbClr val="060A1E"/>
          </a:solidFill>
          <a:ln/>
        </p:spPr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71FA049-A655-EF67-FAA1-E5B42939A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425" y="573710"/>
            <a:ext cx="2028825" cy="3861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81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9560" y="4160520"/>
            <a:ext cx="2377440" cy="2139696"/>
          </a:xfrm>
          <a:prstGeom prst="triangl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366760" y="4434840"/>
            <a:ext cx="1554480" cy="1399032"/>
          </a:xfrm>
          <a:prstGeom prst="triangle">
            <a:avLst/>
          </a:prstGeom>
          <a:ln w="12700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46888"/>
            <a:ext cx="146304" cy="131674"/>
          </a:xfrm>
          <a:prstGeom prst="triangl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MyPyra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182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MyPyra — Pyramid Event Operating System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895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005840" y="566928"/>
            <a:ext cx="2148840" cy="4041648"/>
          </a:xfrm>
          <a:prstGeom prst="roundRect">
            <a:avLst>
              <a:gd name="adj" fmla="val 9362"/>
            </a:avLst>
          </a:prstGeom>
          <a:solidFill>
            <a:srgbClr val="060A1E"/>
          </a:solidFill>
          <a:ln w="12700">
            <a:solidFill>
              <a:srgbClr val="2A335E"/>
            </a:solidFill>
            <a:prstDash val="solid"/>
          </a:ln>
          <a:effectLst>
            <a:outerShdw blurRad="203200" dist="762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897380" y="653796"/>
            <a:ext cx="365760" cy="41148"/>
          </a:xfrm>
          <a:prstGeom prst="roundRect">
            <a:avLst>
              <a:gd name="adj" fmla="val 44444"/>
            </a:avLst>
          </a:prstGeom>
          <a:solidFill>
            <a:srgbClr val="060A1E"/>
          </a:solidFill>
          <a:ln/>
        </p:spPr>
      </p:sp>
      <p:sp>
        <p:nvSpPr>
          <p:cNvPr id="42" name="Text 34"/>
          <p:cNvSpPr/>
          <p:nvPr/>
        </p:nvSpPr>
        <p:spPr>
          <a:xfrm>
            <a:off x="365760" y="461772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Tracker — RFID</a:t>
            </a:r>
            <a:endParaRPr lang="en-US" sz="850" dirty="0"/>
          </a:p>
        </p:txBody>
      </p:sp>
      <p:sp>
        <p:nvSpPr>
          <p:cNvPr id="43" name="Text 35"/>
          <p:cNvSpPr/>
          <p:nvPr/>
        </p:nvSpPr>
        <p:spPr>
          <a:xfrm>
            <a:off x="4709160" y="73152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Çdo aset, i gjurmuar</a:t>
            </a:r>
            <a:endParaRPr lang="en-US" sz="2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automatikisht</a:t>
            </a:r>
            <a:endParaRPr lang="en-US" sz="2500" dirty="0"/>
          </a:p>
        </p:txBody>
      </p:sp>
      <p:sp>
        <p:nvSpPr>
          <p:cNvPr id="44" name="Text 36"/>
          <p:cNvSpPr/>
          <p:nvPr/>
        </p:nvSpPr>
        <p:spPr>
          <a:xfrm>
            <a:off x="4709160" y="1627632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Etiketat RFID identifikojnë çdo pajisje në hyrje-dalje, duke eliminuar listat me dorë dhe humbjet e paplanifikuara.</a:t>
            </a:r>
            <a:endParaRPr lang="en-US" sz="1200" dirty="0"/>
          </a:p>
        </p:txBody>
      </p:sp>
      <p:sp>
        <p:nvSpPr>
          <p:cNvPr id="45" name="Shape 37"/>
          <p:cNvSpPr/>
          <p:nvPr/>
        </p:nvSpPr>
        <p:spPr>
          <a:xfrm>
            <a:off x="4709160" y="2542032"/>
            <a:ext cx="365760" cy="36576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915" y="2640787"/>
            <a:ext cx="168250" cy="168250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5221224" y="2514600"/>
            <a:ext cx="3465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Skanim RFID në kohë reale në çdo pikë kontrolli</a:t>
            </a:r>
            <a:endParaRPr lang="en-US" sz="1200" dirty="0"/>
          </a:p>
        </p:txBody>
      </p:sp>
      <p:sp>
        <p:nvSpPr>
          <p:cNvPr id="48" name="Shape 39"/>
          <p:cNvSpPr/>
          <p:nvPr/>
        </p:nvSpPr>
        <p:spPr>
          <a:xfrm>
            <a:off x="4709160" y="3072384"/>
            <a:ext cx="365760" cy="36576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915" y="3171139"/>
            <a:ext cx="168250" cy="168250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5221224" y="3044952"/>
            <a:ext cx="3465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 automatik i pajisjeve dhe mobilieve</a:t>
            </a:r>
            <a:endParaRPr lang="en-US" sz="1200" dirty="0"/>
          </a:p>
        </p:txBody>
      </p:sp>
      <p:sp>
        <p:nvSpPr>
          <p:cNvPr id="51" name="Shape 41"/>
          <p:cNvSpPr/>
          <p:nvPr/>
        </p:nvSpPr>
        <p:spPr>
          <a:xfrm>
            <a:off x="4709160" y="3602736"/>
            <a:ext cx="365760" cy="36576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7915" y="3701491"/>
            <a:ext cx="168250" cy="168250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5221224" y="3575304"/>
            <a:ext cx="3465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 të menjëhershme për asete të munguara</a:t>
            </a:r>
            <a:endParaRPr lang="en-US" sz="1200" dirty="0"/>
          </a:p>
        </p:txBody>
      </p:sp>
      <p:sp>
        <p:nvSpPr>
          <p:cNvPr id="54" name="Shape 43"/>
          <p:cNvSpPr/>
          <p:nvPr/>
        </p:nvSpPr>
        <p:spPr>
          <a:xfrm>
            <a:off x="4709160" y="4133088"/>
            <a:ext cx="365760" cy="365760"/>
          </a:xfrm>
          <a:prstGeom prst="ellipse">
            <a:avLst/>
          </a:prstGeom>
          <a:solidFill>
            <a:srgbClr val="1A2150"/>
          </a:solidFill>
          <a:ln/>
        </p:spPr>
      </p:sp>
      <p:pic>
        <p:nvPicPr>
          <p:cNvPr id="55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7915" y="4231843"/>
            <a:ext cx="168250" cy="168250"/>
          </a:xfrm>
          <a:prstGeom prst="rect">
            <a:avLst/>
          </a:prstGeom>
        </p:spPr>
      </p:pic>
      <p:sp>
        <p:nvSpPr>
          <p:cNvPr id="56" name="Text 44"/>
          <p:cNvSpPr/>
          <p:nvPr/>
        </p:nvSpPr>
        <p:spPr>
          <a:xfrm>
            <a:off x="5221224" y="4105656"/>
            <a:ext cx="3465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 e plotë e lëvizjes së çdo aseti</a:t>
            </a:r>
            <a:endParaRPr lang="en-US" sz="1200"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AFAC01A8-284B-FA98-F20D-7B6F41487D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850" y="679342"/>
            <a:ext cx="1971675" cy="38531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9560" y="4160520"/>
            <a:ext cx="2377440" cy="2139696"/>
          </a:xfrm>
          <a:prstGeom prst="triangl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366760" y="4434840"/>
            <a:ext cx="1554480" cy="1399032"/>
          </a:xfrm>
          <a:prstGeom prst="triangle">
            <a:avLst/>
          </a:prstGeom>
          <a:ln w="12700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46888"/>
            <a:ext cx="146304" cy="131674"/>
          </a:xfrm>
          <a:prstGeom prst="triangl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MyPyra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182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MyPyra — Pyramid Event Operating System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895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Nga kërkesa deri te konfirmimi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flow-i i MyPyra çon organizatorin nga zgjedhja e hapësirës te konfirmimi i menjëhershëm, pa asnjë email shtesë.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94360" y="2057400"/>
            <a:ext cx="2331720" cy="2331720"/>
          </a:xfrm>
          <a:prstGeom prst="roundRect">
            <a:avLst>
              <a:gd name="adj" fmla="val 3529"/>
            </a:avLst>
          </a:prstGeom>
          <a:solidFill>
            <a:srgbClr val="131A3D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504188" y="2295144"/>
            <a:ext cx="512064" cy="512064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445" y="2433401"/>
            <a:ext cx="235549" cy="23554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58952" y="2926080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Zgjidh hapësirën &amp; datën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77240" y="3429000"/>
            <a:ext cx="436626" cy="219456"/>
          </a:xfrm>
          <a:prstGeom prst="roundRect">
            <a:avLst>
              <a:gd name="adj" fmla="val 16667"/>
            </a:avLst>
          </a:prstGeom>
          <a:solidFill>
            <a:srgbClr val="1A2150"/>
          </a:solidFill>
          <a:ln/>
        </p:spPr>
      </p:sp>
      <p:sp>
        <p:nvSpPr>
          <p:cNvPr id="16" name="Shape 13"/>
          <p:cNvSpPr/>
          <p:nvPr/>
        </p:nvSpPr>
        <p:spPr>
          <a:xfrm>
            <a:off x="1268730" y="3429000"/>
            <a:ext cx="436626" cy="219456"/>
          </a:xfrm>
          <a:prstGeom prst="roundRect">
            <a:avLst>
              <a:gd name="adj" fmla="val 16667"/>
            </a:avLst>
          </a:prstGeom>
          <a:solidFill>
            <a:srgbClr val="1A2150"/>
          </a:solidFill>
          <a:ln/>
        </p:spPr>
      </p:sp>
      <p:sp>
        <p:nvSpPr>
          <p:cNvPr id="17" name="Shape 14"/>
          <p:cNvSpPr/>
          <p:nvPr/>
        </p:nvSpPr>
        <p:spPr>
          <a:xfrm>
            <a:off x="1760220" y="3429000"/>
            <a:ext cx="436626" cy="219456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/>
        </p:spPr>
      </p:sp>
      <p:sp>
        <p:nvSpPr>
          <p:cNvPr id="18" name="Shape 15"/>
          <p:cNvSpPr/>
          <p:nvPr/>
        </p:nvSpPr>
        <p:spPr>
          <a:xfrm>
            <a:off x="2251710" y="3429000"/>
            <a:ext cx="436626" cy="219456"/>
          </a:xfrm>
          <a:prstGeom prst="roundRect">
            <a:avLst>
              <a:gd name="adj" fmla="val 16667"/>
            </a:avLst>
          </a:prstGeom>
          <a:solidFill>
            <a:srgbClr val="1A2150"/>
          </a:solidFill>
          <a:ln/>
        </p:spPr>
      </p:sp>
      <p:sp>
        <p:nvSpPr>
          <p:cNvPr id="19" name="Shape 16"/>
          <p:cNvSpPr/>
          <p:nvPr/>
        </p:nvSpPr>
        <p:spPr>
          <a:xfrm>
            <a:off x="777240" y="3703320"/>
            <a:ext cx="436626" cy="219456"/>
          </a:xfrm>
          <a:prstGeom prst="roundRect">
            <a:avLst>
              <a:gd name="adj" fmla="val 16667"/>
            </a:avLst>
          </a:prstGeom>
          <a:solidFill>
            <a:srgbClr val="1A2150"/>
          </a:solidFill>
          <a:ln/>
        </p:spPr>
      </p:sp>
      <p:sp>
        <p:nvSpPr>
          <p:cNvPr id="20" name="Shape 17"/>
          <p:cNvSpPr/>
          <p:nvPr/>
        </p:nvSpPr>
        <p:spPr>
          <a:xfrm>
            <a:off x="1268730" y="3703320"/>
            <a:ext cx="436626" cy="219456"/>
          </a:xfrm>
          <a:prstGeom prst="roundRect">
            <a:avLst>
              <a:gd name="adj" fmla="val 16667"/>
            </a:avLst>
          </a:prstGeom>
          <a:solidFill>
            <a:srgbClr val="1A2150"/>
          </a:solidFill>
          <a:ln/>
        </p:spPr>
      </p:sp>
      <p:sp>
        <p:nvSpPr>
          <p:cNvPr id="21" name="Shape 18"/>
          <p:cNvSpPr/>
          <p:nvPr/>
        </p:nvSpPr>
        <p:spPr>
          <a:xfrm>
            <a:off x="1760220" y="3703320"/>
            <a:ext cx="436626" cy="219456"/>
          </a:xfrm>
          <a:prstGeom prst="roundRect">
            <a:avLst>
              <a:gd name="adj" fmla="val 16667"/>
            </a:avLst>
          </a:prstGeom>
          <a:solidFill>
            <a:srgbClr val="1A2150"/>
          </a:solidFill>
          <a:ln/>
        </p:spPr>
      </p:sp>
      <p:sp>
        <p:nvSpPr>
          <p:cNvPr id="22" name="Shape 19"/>
          <p:cNvSpPr/>
          <p:nvPr/>
        </p:nvSpPr>
        <p:spPr>
          <a:xfrm>
            <a:off x="2251710" y="3703320"/>
            <a:ext cx="436626" cy="219456"/>
          </a:xfrm>
          <a:prstGeom prst="roundRect">
            <a:avLst>
              <a:gd name="adj" fmla="val 16667"/>
            </a:avLst>
          </a:prstGeom>
          <a:solidFill>
            <a:srgbClr val="1A2150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5244" y="3140964"/>
            <a:ext cx="164592" cy="164592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3429000" y="2057400"/>
            <a:ext cx="2331720" cy="2331720"/>
          </a:xfrm>
          <a:prstGeom prst="roundRect">
            <a:avLst>
              <a:gd name="adj" fmla="val 3529"/>
            </a:avLst>
          </a:prstGeom>
          <a:solidFill>
            <a:srgbClr val="131A3D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338828" y="2295144"/>
            <a:ext cx="512064" cy="512064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7085" y="2433401"/>
            <a:ext cx="235549" cy="235549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3593592" y="2926080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Personalizo kërkesën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3611880" y="3429000"/>
            <a:ext cx="1965960" cy="201168"/>
          </a:xfrm>
          <a:prstGeom prst="roundRect">
            <a:avLst>
              <a:gd name="adj" fmla="val 27273"/>
            </a:avLst>
          </a:prstGeom>
          <a:solidFill>
            <a:srgbClr val="1A2150"/>
          </a:solidFill>
          <a:ln/>
        </p:spPr>
      </p:sp>
      <p:sp>
        <p:nvSpPr>
          <p:cNvPr id="29" name="Text 24"/>
          <p:cNvSpPr/>
          <p:nvPr/>
        </p:nvSpPr>
        <p:spPr>
          <a:xfrm>
            <a:off x="3721608" y="34290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Sallë: A2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3611880" y="3703320"/>
            <a:ext cx="1965960" cy="201168"/>
          </a:xfrm>
          <a:prstGeom prst="roundRect">
            <a:avLst>
              <a:gd name="adj" fmla="val 27273"/>
            </a:avLst>
          </a:prstGeom>
          <a:solidFill>
            <a:srgbClr val="1A2150"/>
          </a:solidFill>
          <a:ln/>
        </p:spPr>
      </p:sp>
      <p:sp>
        <p:nvSpPr>
          <p:cNvPr id="31" name="Text 26"/>
          <p:cNvSpPr/>
          <p:nvPr/>
        </p:nvSpPr>
        <p:spPr>
          <a:xfrm>
            <a:off x="3721608" y="37033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Kapaciteti: 220</a:t>
            </a:r>
            <a:endParaRPr lang="en-US" sz="800" dirty="0"/>
          </a:p>
        </p:txBody>
      </p:sp>
      <p:sp>
        <p:nvSpPr>
          <p:cNvPr id="32" name="Shape 27"/>
          <p:cNvSpPr/>
          <p:nvPr/>
        </p:nvSpPr>
        <p:spPr>
          <a:xfrm>
            <a:off x="3611880" y="3977640"/>
            <a:ext cx="1965960" cy="201168"/>
          </a:xfrm>
          <a:prstGeom prst="roundRect">
            <a:avLst>
              <a:gd name="adj" fmla="val 27273"/>
            </a:avLst>
          </a:prstGeom>
          <a:solidFill>
            <a:srgbClr val="1A2150"/>
          </a:solidFill>
          <a:ln/>
        </p:spPr>
      </p:sp>
      <p:sp>
        <p:nvSpPr>
          <p:cNvPr id="33" name="Text 28"/>
          <p:cNvSpPr/>
          <p:nvPr/>
        </p:nvSpPr>
        <p:spPr>
          <a:xfrm>
            <a:off x="3721608" y="39776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Catering: Po</a:t>
            </a:r>
            <a:endParaRPr lang="en-US" sz="800" dirty="0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884" y="3140964"/>
            <a:ext cx="164592" cy="164592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6263640" y="2057400"/>
            <a:ext cx="2331720" cy="2331720"/>
          </a:xfrm>
          <a:prstGeom prst="roundRect">
            <a:avLst>
              <a:gd name="adj" fmla="val 3529"/>
            </a:avLst>
          </a:prstGeom>
          <a:solidFill>
            <a:srgbClr val="131A3D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7173468" y="2295144"/>
            <a:ext cx="512064" cy="512064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1725" y="2433401"/>
            <a:ext cx="235549" cy="235549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428232" y="2926080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Konfirmim i menjëhershëm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6428232" y="3483864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#MP-20461</a:t>
            </a:r>
            <a:endParaRPr lang="en-US" sz="1300" dirty="0"/>
          </a:p>
        </p:txBody>
      </p:sp>
      <p:sp>
        <p:nvSpPr>
          <p:cNvPr id="40" name="Text 33"/>
          <p:cNvSpPr/>
          <p:nvPr/>
        </p:nvSpPr>
        <p:spPr>
          <a:xfrm>
            <a:off x="6428232" y="3794760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Rezervim i konfirmuar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9560" y="4160520"/>
            <a:ext cx="2377440" cy="2139696"/>
          </a:xfrm>
          <a:prstGeom prst="triangl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366760" y="4434840"/>
            <a:ext cx="1554480" cy="1399032"/>
          </a:xfrm>
          <a:prstGeom prst="triangle">
            <a:avLst/>
          </a:prstGeom>
          <a:ln w="12700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46888"/>
            <a:ext cx="146304" cy="131674"/>
          </a:xfrm>
          <a:prstGeom prst="triangl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MyPyra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182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KARAKTERISTIKAT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MyPyra — Pyramid Event Operating System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895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Gjithçka që nevojitet për të operuar</a:t>
            </a:r>
            <a:endParaRPr lang="en-US" sz="25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një event, në një platformë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131A3D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1947672"/>
            <a:ext cx="384048" cy="384048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773" y="2051365"/>
            <a:ext cx="176662" cy="17666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40080" y="23865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Hartë</a:t>
            </a: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live e </a:t>
            </a:r>
            <a:r>
              <a:rPr lang="en-US" sz="12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vendngjarjes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0080" y="266090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Ndiq stafin, asetet dhe zonat në kohë reale.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91840" y="178308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131A3D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474720" y="1947672"/>
            <a:ext cx="384048" cy="384048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8413" y="2051365"/>
            <a:ext cx="176662" cy="17666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74720" y="23865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Gjurmim RFID </a:t>
            </a:r>
            <a:r>
              <a:rPr lang="en-US" sz="12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aseteve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3474720" y="266090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Identifikim automatik në çdo pikë hyrje-dalje.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126480" y="178308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131A3D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309360" y="1947672"/>
            <a:ext cx="384048" cy="384048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3053" y="2051365"/>
            <a:ext cx="176662" cy="17666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09360" y="23865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</a:t>
            </a:r>
            <a:r>
              <a:rPr lang="en-US" sz="12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mençur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6309360" y="266090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Rezervime dhe konfirmime pa ndërhyrje manuale.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457200" y="3319272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131A3D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40080" y="3483864"/>
            <a:ext cx="384048" cy="384048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773" y="3587557"/>
            <a:ext cx="176662" cy="17666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40080" y="39227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Koordinim</a:t>
            </a: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ekipi</a:t>
            </a:r>
            <a:endParaRPr lang="en-US" sz="1250" dirty="0"/>
          </a:p>
        </p:txBody>
      </p:sp>
      <p:sp>
        <p:nvSpPr>
          <p:cNvPr id="29" name="Text 23"/>
          <p:cNvSpPr/>
          <p:nvPr/>
        </p:nvSpPr>
        <p:spPr>
          <a:xfrm>
            <a:off x="640080" y="419709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Detyra dhe role të centralizuara për stafin live.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291840" y="3319272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131A3D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474720" y="3483864"/>
            <a:ext cx="384048" cy="384048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8413" y="3587557"/>
            <a:ext cx="176662" cy="17666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474720" y="39227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Alarme </a:t>
            </a:r>
            <a:r>
              <a:rPr lang="en-US" sz="12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në</a:t>
            </a: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kohë</a:t>
            </a: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reale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3474720" y="419709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Njoftime të menjëhershme për çdo devijim.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126480" y="3319272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131A3D"/>
          </a:solidFill>
          <a:ln/>
          <a:effectLst>
            <a:outerShdw blurRad="127000" dist="38100" dir="5400000" algn="bl" rotWithShape="0">
              <a:srgbClr val="000000">
                <a:alpha val="28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6309360" y="3483864"/>
            <a:ext cx="384048" cy="384048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3053" y="3587557"/>
            <a:ext cx="176662" cy="17666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309360" y="39227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Analitikë &amp; </a:t>
            </a:r>
            <a:r>
              <a:rPr lang="en-US" sz="125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raporte</a:t>
            </a: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6309360" y="419709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Të dhëna post-event për performancë dhe optimizim.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9560" y="4160520"/>
            <a:ext cx="2377440" cy="2139696"/>
          </a:xfrm>
          <a:prstGeom prst="triangle">
            <a:avLst/>
          </a:prstGeom>
          <a:solidFill>
            <a:srgbClr val="8B5CF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366760" y="4434840"/>
            <a:ext cx="1554480" cy="1399032"/>
          </a:xfrm>
          <a:prstGeom prst="triangle">
            <a:avLst/>
          </a:prstGeom>
          <a:ln w="12700">
            <a:solidFill>
              <a:srgbClr val="8B5CF6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46888"/>
            <a:ext cx="146304" cy="131674"/>
          </a:xfrm>
          <a:prstGeom prst="triangl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MyPyra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0" y="182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2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FUNKSIONON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MyPyra — Pyramid Event Operating System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5895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713232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Nga planifikimi te analiza,</a:t>
            </a:r>
            <a:endParaRPr lang="en-US" sz="27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në katër hapa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485900" y="2478024"/>
            <a:ext cx="6172200" cy="0"/>
          </a:xfrm>
          <a:prstGeom prst="line">
            <a:avLst/>
          </a:prstGeom>
          <a:noFill/>
          <a:ln w="19050">
            <a:solidFill>
              <a:srgbClr val="242C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29284" y="2121408"/>
            <a:ext cx="713232" cy="713232"/>
          </a:xfrm>
          <a:prstGeom prst="ellipse">
            <a:avLst/>
          </a:prstGeom>
          <a:solidFill>
            <a:srgbClr val="0A0E27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20724" y="2212848"/>
            <a:ext cx="530352" cy="530352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919" y="2356043"/>
            <a:ext cx="243962" cy="24396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31620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531620" y="2560320"/>
            <a:ext cx="310896" cy="310896"/>
          </a:xfrm>
          <a:prstGeom prst="ellipse">
            <a:avLst/>
          </a:prstGeom>
          <a:solidFill>
            <a:srgbClr val="8B5CF6"/>
          </a:solidFill>
          <a:ln w="25400">
            <a:solidFill>
              <a:srgbClr val="0A0E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531620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29992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Planifiko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94360" y="33101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Cakto eventin, hapësirat,</a:t>
            </a:r>
            <a:endParaRPr lang="en-US" sz="100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0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datat dhe ekipin.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186684" y="2121408"/>
            <a:ext cx="713232" cy="713232"/>
          </a:xfrm>
          <a:prstGeom prst="ellipse">
            <a:avLst/>
          </a:prstGeom>
          <a:solidFill>
            <a:srgbClr val="0A0E27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78124" y="2212848"/>
            <a:ext cx="530352" cy="530352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1319" y="2356043"/>
            <a:ext cx="243962" cy="24396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3589020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3589020" y="2560320"/>
            <a:ext cx="310896" cy="310896"/>
          </a:xfrm>
          <a:prstGeom prst="ellipse">
            <a:avLst/>
          </a:prstGeom>
          <a:solidFill>
            <a:srgbClr val="8B5CF6"/>
          </a:solidFill>
          <a:ln w="25400">
            <a:solidFill>
              <a:srgbClr val="0A0E2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589020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2514600" y="29992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Rezervo &amp; Konfiguro</a:t>
            </a:r>
            <a:endParaRPr lang="en-US" sz="1350" dirty="0"/>
          </a:p>
        </p:txBody>
      </p:sp>
      <p:sp>
        <p:nvSpPr>
          <p:cNvPr id="26" name="Text 22"/>
          <p:cNvSpPr/>
          <p:nvPr/>
        </p:nvSpPr>
        <p:spPr>
          <a:xfrm>
            <a:off x="2651760" y="33101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Menaxho rezervimet dhe</a:t>
            </a:r>
            <a:endParaRPr lang="en-US" sz="100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0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vendosjen e hapësirës.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5244084" y="2121408"/>
            <a:ext cx="713232" cy="713232"/>
          </a:xfrm>
          <a:prstGeom prst="ellipse">
            <a:avLst/>
          </a:prstGeom>
          <a:solidFill>
            <a:srgbClr val="0A0E27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335524" y="2212848"/>
            <a:ext cx="530352" cy="530352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8719" y="2356043"/>
            <a:ext cx="243962" cy="24396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646420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5646420" y="2560320"/>
            <a:ext cx="310896" cy="310896"/>
          </a:xfrm>
          <a:prstGeom prst="ellipse">
            <a:avLst/>
          </a:prstGeom>
          <a:solidFill>
            <a:srgbClr val="8B5CF6"/>
          </a:solidFill>
          <a:ln w="25400">
            <a:solidFill>
              <a:srgbClr val="0A0E27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5646420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4572000" y="29992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Opero Live</a:t>
            </a:r>
            <a:endParaRPr lang="en-US" sz="1350" dirty="0"/>
          </a:p>
        </p:txBody>
      </p:sp>
      <p:sp>
        <p:nvSpPr>
          <p:cNvPr id="34" name="Text 29"/>
          <p:cNvSpPr/>
          <p:nvPr/>
        </p:nvSpPr>
        <p:spPr>
          <a:xfrm>
            <a:off x="4709160" y="33101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Ndiq stafin, asetet dhe</a:t>
            </a:r>
            <a:endParaRPr lang="en-US" sz="100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0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alarmet gjatë eventit.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7301484" y="2121408"/>
            <a:ext cx="713232" cy="713232"/>
          </a:xfrm>
          <a:prstGeom prst="ellipse">
            <a:avLst/>
          </a:prstGeom>
          <a:solidFill>
            <a:srgbClr val="0A0E27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7392924" y="2212848"/>
            <a:ext cx="530352" cy="530352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6119" y="2356043"/>
            <a:ext cx="243962" cy="243962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7703820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9" name="Shape 33"/>
          <p:cNvSpPr/>
          <p:nvPr/>
        </p:nvSpPr>
        <p:spPr>
          <a:xfrm>
            <a:off x="7703820" y="2560320"/>
            <a:ext cx="310896" cy="310896"/>
          </a:xfrm>
          <a:prstGeom prst="ellipse">
            <a:avLst/>
          </a:prstGeom>
          <a:solidFill>
            <a:srgbClr val="8B5CF6"/>
          </a:solidFill>
          <a:ln w="25400">
            <a:solidFill>
              <a:srgbClr val="0A0E27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7703820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1" name="Text 35"/>
          <p:cNvSpPr/>
          <p:nvPr/>
        </p:nvSpPr>
        <p:spPr>
          <a:xfrm>
            <a:off x="6629400" y="29992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Analizo</a:t>
            </a:r>
            <a:endParaRPr lang="en-US" sz="1350" dirty="0"/>
          </a:p>
        </p:txBody>
      </p:sp>
      <p:sp>
        <p:nvSpPr>
          <p:cNvPr id="42" name="Text 36"/>
          <p:cNvSpPr/>
          <p:nvPr/>
        </p:nvSpPr>
        <p:spPr>
          <a:xfrm>
            <a:off x="6766560" y="331012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Shqyrto performancën për</a:t>
            </a:r>
            <a:endParaRPr lang="en-US" sz="100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0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eventin e ardhshëm.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377440" y="2857500"/>
            <a:ext cx="4389120" cy="2286000"/>
          </a:xfrm>
          <a:prstGeom prst="triangle">
            <a:avLst/>
          </a:prstGeom>
          <a:solidFill>
            <a:srgbClr val="8B5CF6">
              <a:alpha val="5000"/>
            </a:srgbClr>
          </a:solidFill>
          <a:ln w="9525">
            <a:solidFill>
              <a:srgbClr val="C4B5FD">
                <a:alpha val="1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34640" y="3268980"/>
            <a:ext cx="3474720" cy="1874520"/>
          </a:xfrm>
          <a:prstGeom prst="triangle">
            <a:avLst/>
          </a:prstGeom>
          <a:solidFill>
            <a:srgbClr val="8B5CF6">
              <a:alpha val="9000"/>
            </a:srgbClr>
          </a:solidFill>
          <a:ln w="9525">
            <a:solidFill>
              <a:srgbClr val="C4B5FD">
                <a:alpha val="1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46888"/>
            <a:ext cx="146304" cy="131674"/>
          </a:xfrm>
          <a:prstGeom prst="triangle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676656" y="182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MyPyra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MyPyra — Pyramid Event Operating System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58952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45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370832" y="868680"/>
            <a:ext cx="420624" cy="378562"/>
          </a:xfrm>
          <a:prstGeom prst="triangle">
            <a:avLst/>
          </a:prstGeom>
          <a:solidFill>
            <a:srgbClr val="8B5CF6"/>
          </a:solidFill>
          <a:ln/>
        </p:spPr>
      </p:sp>
      <p:sp>
        <p:nvSpPr>
          <p:cNvPr id="9" name="Shape 7"/>
          <p:cNvSpPr/>
          <p:nvPr/>
        </p:nvSpPr>
        <p:spPr>
          <a:xfrm>
            <a:off x="4370832" y="868680"/>
            <a:ext cx="420624" cy="374904"/>
          </a:xfrm>
          <a:prstGeom prst="triangle">
            <a:avLst/>
          </a:prstGeom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087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 të transformoni operacionet</a:t>
            </a:r>
            <a:endParaRPr lang="en-US" sz="3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eventit tuaj?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188720" y="24231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Rezervoni një demonstrim dhe shihni MyPyra në veprim, nga rezervimi i parë deri te raporti i fundit.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05840" y="38679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mypyra26@gmail.com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1837761" y="3278124"/>
            <a:ext cx="475488" cy="475488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6143" y="3406506"/>
            <a:ext cx="218724" cy="21872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803136" y="3246120"/>
            <a:ext cx="475488" cy="475488"/>
          </a:xfrm>
          <a:prstGeom prst="ellipse">
            <a:avLst/>
          </a:prstGeom>
          <a:solidFill>
            <a:srgbClr val="5B21B6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518" y="3374502"/>
            <a:ext cx="218724" cy="21872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943600" y="38679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Kërko Demo</a:t>
            </a:r>
            <a:endParaRPr lang="en-US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1749AF-0B7F-58A3-ADB7-6E4D6FCE164E}"/>
              </a:ext>
            </a:extLst>
          </p:cNvPr>
          <p:cNvSpPr txBox="1"/>
          <p:nvPr/>
        </p:nvSpPr>
        <p:spPr>
          <a:xfrm>
            <a:off x="2313249" y="4027566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11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NovaX</a:t>
            </a:r>
            <a:r>
              <a:rPr lang="en-US" sz="11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members:</a:t>
            </a:r>
            <a:br>
              <a:rPr lang="en-US" sz="11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sz="11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Ajolna</a:t>
            </a:r>
            <a:r>
              <a:rPr lang="en-US" sz="11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Beqiri</a:t>
            </a:r>
            <a:br>
              <a:rPr lang="en-US" sz="11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sz="1100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Ergita</a:t>
            </a:r>
            <a:r>
              <a:rPr lang="en-US" sz="11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Sheme</a:t>
            </a:r>
            <a:br>
              <a:rPr lang="en-US" sz="11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•Lueda </a:t>
            </a:r>
            <a:r>
              <a:rPr lang="en-US" sz="1100" dirty="0">
                <a:solidFill>
                  <a:schemeClr val="bg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622</Words>
  <Application>Microsoft Office PowerPoint</Application>
  <PresentationFormat>On-screen Show (16:9)</PresentationFormat>
  <Paragraphs>139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MyPyra — Pyramid Event Operating System</dc:title>
  <dc:subject>PptxGenJS Presentation</dc:subject>
  <dc:creator>MyPyra</dc:creator>
  <cp:lastModifiedBy>Lueda Mera</cp:lastModifiedBy>
  <cp:revision>2</cp:revision>
  <dcterms:created xsi:type="dcterms:W3CDTF">2026-06-20T19:29:07Z</dcterms:created>
  <dcterms:modified xsi:type="dcterms:W3CDTF">2026-06-20T20:28:48Z</dcterms:modified>
</cp:coreProperties>
</file>